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84648" y="1097280"/>
            <a:ext cx="1828800" cy="1828800"/>
          </a:xfrm>
          <a:prstGeom prst="ellipse">
            <a:avLst/>
          </a:prstGeom>
          <a:solidFill>
            <a:srgbClr val="004030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3258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Segoe UI"/>
              </a:rPr>
              <a:t>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The Tipping Jar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96"/>
                </a:solidFill>
                <a:latin typeface="Segoe UI"/>
              </a:rPr>
              <a:t>Empowering Creators to Earn Consistently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088"/>
                </a:solidFill>
                <a:latin typeface="Segoe UI"/>
              </a:rPr>
              <a:t>A creator monetisation platform built for South Africa
Powered by Paystack · Priced in 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9088"/>
                </a:solidFill>
                <a:latin typeface="Segoe UI"/>
              </a:rPr>
              <a:t>tippingjar.co.za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384048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Inconsistent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One viral post doesn't pay rent. Creators need predictable, recurring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474720" cy="384048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No local payment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017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Most platforms charge in USD. Stripe is unavailable in South Africa.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❤️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Fans want to help but can't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175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Likes and shares don't pay for studio time. There's no frictionless ZAR payment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96"/>
                </a:solidFill>
                <a:latin typeface="Segoe UI"/>
              </a:rPr>
              <a:t>There is no ZAR-native, creator-first monetisation platform in South Africa.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What Is The Tipping Jar?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9088"/>
                </a:solidFill>
                <a:latin typeface="Segoe UI"/>
              </a:rPr>
              <a:t>A full-stack creator monetisation platform that lets fans support
South African creators with real money — instantly, in Rands, without friction.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212080" cy="14630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Paystack Powered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The payment infrastructure of Africa — cards, EFT, mobile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560320"/>
            <a:ext cx="5212080" cy="14630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🇿🇦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ZAR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32461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No currency conversion, no international fees, no Stripe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79"/>
            <a:ext cx="5212080" cy="14630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8055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Creator-First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83479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Musicians, artists, podcasters, writers, streamers, coaches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4297679"/>
            <a:ext cx="5212080" cy="14630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44805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48055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Three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983479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Creator · Fan · Enterprise — one platform, all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💸  One-time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Fans send any amount instantly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544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📅  Monthly Pledges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Fans subscribe to recurring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🏆  Support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Named tiers with custom perks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🎯  Milestone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Creators rally fans around targets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1546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319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🔥  Tip Streaks &amp; Badges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Gamified consecutive-month rewards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1546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319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🔒  Exclusive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Posts gated behind a tip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754880"/>
            <a:ext cx="3657600" cy="14173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9194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🎨  Commission 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440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Fans commission custom deliverables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3566160" cy="457200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3566160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🧑‍🎨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96"/>
                </a:solidFill>
                <a:latin typeface="Segoe UI"/>
              </a:rPr>
              <a:t>Creator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• Sets up public profile &amp; tip link
• Creates jars, tiers, milestones
• Posts exclusive content
• Receives tips, pledges &amp; commissions
• Paid via Paystack subaccount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3566160" cy="457200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Fan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• Discovers and tips creators
• Subscribes to monthly tiers
• Earns streak badges
• Unlocks exclusive content
• Submits commission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566160" cy="457200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  <a:latin typeface="Segoe UI"/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• Manages teams of creators
• API access for integrations
• Aggregated analytics
• Recurring revenue dashboard
• White-label creator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How It Works — For Fans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088"/>
                </a:solidFill>
                <a:latin typeface="Segoe UI"/>
              </a:rPr>
              <a:t>3 steps to support a creator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566160" cy="384048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854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Visit tippingjar.co.za/creator/@slug
Discover creators you love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566160" cy="384048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2194560"/>
            <a:ext cx="594360" cy="59436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1854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48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One-time tip · Monthly tier subscription
Commission request · Exclusive content unlock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566160" cy="384048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194560"/>
            <a:ext cx="594360" cy="59436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1854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2148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0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Checkout via Paystack in ZAR
Card · EFT · Mobile money — no 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896"/>
                </a:solidFill>
                <a:latin typeface="Segoe UI"/>
              </a:rPr>
              <a:t>No account required for one-time tips. Pledges need an email to manage recurring charges.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How It Works — For Creators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088"/>
                </a:solidFill>
                <a:latin typeface="Segoe UI"/>
              </a:rPr>
              <a:t>3 steps to start 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566160" cy="402336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854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Create a Creator account
Complete your profile, set niche
and audience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566160" cy="402336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2194560"/>
            <a:ext cx="594360" cy="59436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1854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48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Set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Create tip jars · Define support tiers
Set milestone goals · Post exclusive content
Open commissions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566160" cy="402336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194560"/>
            <a:ext cx="594360" cy="59436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18541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2148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71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0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088"/>
                </a:solidFill>
                <a:latin typeface="Segoe UI"/>
              </a:rPr>
              <a:t>Copy your tip link or subscribe page
Share anywhere — social bio, newsletter
The platform handles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896"/>
                </a:solidFill>
                <a:latin typeface="Segoe UI"/>
              </a:rPr>
              <a:t>The platform handles payments, receipts, and recurring billing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029200" cy="320040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9088"/>
                </a:solidFill>
                <a:latin typeface="Segoe UI"/>
              </a:rPr>
              <a:t>Fee Structure (per transaction)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96"/>
                </a:solidFill>
                <a:latin typeface="Segoe UI"/>
              </a:rPr>
              <a:t>Creator receives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C896"/>
                </a:solidFill>
                <a:latin typeface="Segoe UI"/>
              </a:rPr>
              <a:t>~94%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Platform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088"/>
                </a:solidFill>
                <a:latin typeface="Segoe UI"/>
              </a:rPr>
              <a:t>Paystack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7A9088"/>
                </a:solidFill>
                <a:latin typeface="Segoe UI"/>
              </a:rPr>
              <a:t>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2651760" cy="16459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No Monthly Creator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88"/>
                </a:solidFill>
                <a:latin typeface="Segoe UI"/>
              </a:rPr>
              <a:t>We only earn when creators earn — perfectly aligned incentives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508760"/>
            <a:ext cx="2651760" cy="16459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Enterprise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88"/>
                </a:solidFill>
                <a:latin typeface="Segoe UI"/>
              </a:rPr>
              <a:t>Premium plans for agencies managing multiple creators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2651760" cy="16459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API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88"/>
                </a:solidFill>
                <a:latin typeface="Segoe UI"/>
              </a:rPr>
              <a:t>Developer-tier pricing for third-party integrations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429000"/>
            <a:ext cx="2651760" cy="164592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069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088"/>
                </a:solidFill>
                <a:latin typeface="Segoe UI"/>
              </a:rPr>
              <a:t>As creator revenue grows, platform revenue grows proportionally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Tip Streaks &amp; Badges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972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088"/>
                </a:solidFill>
                <a:latin typeface="Segoe UI"/>
              </a:rPr>
              <a:t>Gamification that turns one-time tippers into loyal monthly supporters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697480" cy="32918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96"/>
                </a:solidFill>
                <a:latin typeface="Segoe UI"/>
              </a:rPr>
              <a:t>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Two-Month Supporter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088"/>
                </a:solidFill>
                <a:latin typeface="Segoe UI"/>
              </a:rPr>
              <a:t>First milestone — builds the habit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011680"/>
            <a:ext cx="2697480" cy="32918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19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🔥🔥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96"/>
                </a:solidFill>
                <a:latin typeface="Segoe UI"/>
              </a:rPr>
              <a:t>3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Quarter Streak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379476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088"/>
                </a:solidFill>
                <a:latin typeface="Segoe UI"/>
              </a:rPr>
              <a:t>Fan is now a recurring contributor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697480" cy="32918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96"/>
                </a:solidFill>
                <a:latin typeface="Segoe UI"/>
              </a:rPr>
              <a:t>6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Six-Month Loyal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9476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088"/>
                </a:solidFill>
                <a:latin typeface="Segoe UI"/>
              </a:rPr>
              <a:t>High-value superfan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59" y="2011680"/>
            <a:ext cx="2697480" cy="32918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9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"/>
              </a:rPr>
              <a:t>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96"/>
                </a:solidFill>
                <a:latin typeface="Segoe UI"/>
              </a:rPr>
              <a:t>12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Year-Round Champion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79476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088"/>
                </a:solidFill>
                <a:latin typeface="Segoe UI"/>
              </a:rPr>
              <a:t>Top 1% — creator's most loyal supporter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96"/>
                </a:solidFill>
                <a:latin typeface="Segoe UI"/>
              </a:rPr>
              <a:t>Why It Matters:  Creators can shout out top streak holders  ·  Drives 30–60% higher repeat tip rates  ·  Fans compete to maintain their streaks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640080"/>
            <a:ext cx="9445752" cy="5577840"/>
          </a:xfrm>
          <a:prstGeom prst="rect">
            <a:avLst/>
          </a:prstGeom>
          <a:solidFill>
            <a:srgbClr val="111A16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640080"/>
            <a:ext cx="9445752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Segoe UI"/>
              </a:rPr>
              <a:t>Join the Jar.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C896"/>
                </a:solidFill>
                <a:latin typeface="Segoe UI"/>
              </a:rPr>
              <a:t>Start earning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017520"/>
            <a:ext cx="2926080" cy="2194560"/>
          </a:xfrm>
          <a:prstGeom prst="rect">
            <a:avLst/>
          </a:prstGeom>
          <a:solidFill>
            <a:srgbClr val="0A0F0D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🧑‍🎨 For Creators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03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Sign up free · tippingjar.co.za/register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3017520"/>
            <a:ext cx="2926080" cy="2194560"/>
          </a:xfrm>
          <a:prstGeom prst="rect">
            <a:avLst/>
          </a:prstGeom>
          <a:solidFill>
            <a:srgbClr val="0A0F0D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🌟 For Fans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703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Find your favourite creator and show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017520"/>
            <a:ext cx="2926080" cy="2194560"/>
          </a:xfrm>
          <a:prstGeom prst="rect">
            <a:avLst/>
          </a:prstGeom>
          <a:solidFill>
            <a:srgbClr val="0A0F0D"/>
          </a:solidFill>
          <a:ln w="6350">
            <a:solidFill>
              <a:srgbClr val="1E2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Segoe UI"/>
              </a:rPr>
              <a:t>🏢 For 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03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88"/>
                </a:solidFill>
                <a:latin typeface="Segoe UI"/>
              </a:rPr>
              <a:t>Book a demo — set up your team in 24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577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7A9088"/>
                </a:solidFill>
                <a:latin typeface="Segoe UI"/>
              </a:rPr>
              <a:t>tippingjar.co.za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